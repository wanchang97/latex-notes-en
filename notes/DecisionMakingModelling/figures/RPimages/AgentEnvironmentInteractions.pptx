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DA1DD-EE74-4225-99B7-48372CACB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20F1E45-D737-4727-A229-5972AC36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81FF16-8E96-4E04-A094-1463F7DA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8760B1-53DA-436F-B094-28BEE3342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AB5B4D-9885-4DDF-8BBF-38CA52CA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622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84FCE-4384-4D42-8133-093D4CE5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B195CD-474D-45CE-A48B-FCE1FD3B8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ACD764-5202-4F33-A2A1-A1F7531E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9ED28F-06BB-41B8-BAB1-75850314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DE38D9-604E-4977-A9B2-ADF0804D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8793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954CB5-6631-4490-93CC-F4A9B0F8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5615A9-3A53-43EF-AF12-ECD0DECDE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B77178-55B1-4D01-81F9-08B91873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21FBD9-C2D4-495A-A885-E6D7ED7C9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15204E-FF3B-4BC1-B7C4-647A5196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57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7EF210-8FF8-454D-A40C-DBBDE24DD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FD3C50-87DD-4719-8D72-FA964E2D9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15E7796-0CEF-42EC-B66E-6179BCE14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B769C3-AB92-425C-AE1D-69ED633C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93570B-EFA0-4624-A85D-260D7DB6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64CCCD-6169-4BFA-9BA1-8F7A540C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521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DE642-3476-404F-8842-DA5B8DD2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441AB2-BF15-4F52-B421-ADA5EAEE5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EE4692-7D28-4133-B252-98A0F1B0A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75B3C70-89A7-4ABF-ADE2-45A21E3F7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ED544C0-0561-492D-A010-C89D3D4B1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796BF72-FBBC-4A26-98FC-EC89EA7C5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2D30107-F922-48BE-AA89-0B911E85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E945E3E-80E7-4D23-8D61-91D2E7774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11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76BD9F-9E74-4193-A9C1-F7C32AB2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6C8F8F-E85B-4076-A216-2C74FC1D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0F5E37-ED9B-4E05-B04A-56AC8FCE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C808F9-3043-4154-B3D0-88742D5F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10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DFD88B7-BD59-4907-9921-160254177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46B30E5-5E16-4669-814A-7E1211CD4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7E7104-F75B-4FF9-A55B-D82EA5A6C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963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45DF91-B9A8-4689-B1FA-072B7A93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D9D918-2753-4AB8-914E-AC0FCDCEE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BEDF87-A8A0-4E77-8C01-2C6514502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4422D3-E7A2-4659-9CB3-84414232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225E44-56A6-4ABE-9C82-1D5D21B3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F9E0D6-0401-4DF4-8F90-3C065B51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499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49CA1-310D-4745-A371-02F116D9D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1B5615C-723A-4616-99F4-4AB8E9D7B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177AF8-8D6B-4902-AC7D-6AB2C5203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1C69C3-065B-4A2D-A09E-99D3ADA3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BD4F94-17FC-4077-A3C7-9A1CAC261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35F1AC-5734-4008-94C1-F9CB013B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176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4B03F-91F5-4361-AA8C-86C3FB06F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483BF6-D9DD-4EC7-AEF4-16A110A71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49EEDF-BF41-4067-8471-5989112E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3FDBE4-BDF6-4431-9B42-09B79198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6B770C-BAFB-499F-B5FB-4B56A25E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812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49E8574-C0EC-4BDB-87A7-ED71B1CA6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F5BCB6-199E-47B0-9D33-31FD96952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D1C88A-416C-4A9E-A2EE-F69E8B2E0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222699-6D97-4FE3-8C2E-A4B3AA7CF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DAAE8E-A5BD-4E72-AA94-6D7C39A7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698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3BBA623-E5DE-4951-8C5D-D17E0482D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E39ECB-A65F-475B-82A5-A8E42D9B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D2BCE3-358F-4A8F-BC73-CEF7D8F10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00BE1-C572-4684-8A8E-2844662A3212}" type="datetimeFigureOut">
              <a:rPr lang="de-DE" smtClean="0"/>
              <a:t>23.09.2024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146103-DE54-4771-9537-35844A252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11FD04-E4B7-4554-A24B-ABFC1D3D8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B64C9-8826-45C2-875B-1DC52259771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3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73ED7CB-5194-4D5E-8E56-405027CE3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241" y="1896035"/>
            <a:ext cx="3189216" cy="1793934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ECE4D8DB-4792-4227-BC29-255F882B1849}"/>
              </a:ext>
            </a:extLst>
          </p:cNvPr>
          <p:cNvCxnSpPr>
            <a:cxnSpLocks/>
            <a:stCxn id="24" idx="0"/>
            <a:endCxn id="7" idx="0"/>
          </p:cNvCxnSpPr>
          <p:nvPr/>
        </p:nvCxnSpPr>
        <p:spPr>
          <a:xfrm rot="5400000" flipH="1" flipV="1">
            <a:off x="4724543" y="-304436"/>
            <a:ext cx="257834" cy="4658777"/>
          </a:xfrm>
          <a:prstGeom prst="curvedConnector3">
            <a:avLst>
              <a:gd name="adj1" fmla="val 1886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59BF610B-1E2F-4494-89B5-1F475FAAEF93}"/>
              </a:ext>
            </a:extLst>
          </p:cNvPr>
          <p:cNvCxnSpPr>
            <a:cxnSpLocks/>
            <a:stCxn id="7" idx="2"/>
            <a:endCxn id="24" idx="2"/>
          </p:cNvCxnSpPr>
          <p:nvPr/>
        </p:nvCxnSpPr>
        <p:spPr>
          <a:xfrm rot="5400000" flipH="1">
            <a:off x="4645197" y="1152318"/>
            <a:ext cx="416527" cy="4658777"/>
          </a:xfrm>
          <a:prstGeom prst="curvedConnector3">
            <a:avLst>
              <a:gd name="adj1" fmla="val -548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4DC7DD3E-B8EC-4981-9595-BDF70E409E55}"/>
              </a:ext>
            </a:extLst>
          </p:cNvPr>
          <p:cNvSpPr txBox="1"/>
          <p:nvPr/>
        </p:nvSpPr>
        <p:spPr>
          <a:xfrm>
            <a:off x="1062950" y="2447890"/>
            <a:ext cx="1129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Agent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AA7272-5272-4749-809C-C9F9569C8DE8}"/>
              </a:ext>
            </a:extLst>
          </p:cNvPr>
          <p:cNvSpPr txBox="1"/>
          <p:nvPr/>
        </p:nvSpPr>
        <p:spPr>
          <a:xfrm>
            <a:off x="8777457" y="2201670"/>
            <a:ext cx="2969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Environment:</a:t>
            </a:r>
          </a:p>
          <a:p>
            <a:r>
              <a:rPr lang="de-DE" sz="2400" dirty="0"/>
              <a:t>Bridge in </a:t>
            </a:r>
            <a:r>
              <a:rPr lang="de-DE" sz="2400" dirty="0" err="1"/>
              <a:t>operation</a:t>
            </a:r>
            <a:endParaRPr lang="de-DE" sz="2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0A93637-EE37-4A9A-A5EE-00FE89773F5C}"/>
              </a:ext>
            </a:extLst>
          </p:cNvPr>
          <p:cNvSpPr txBox="1"/>
          <p:nvPr/>
        </p:nvSpPr>
        <p:spPr>
          <a:xfrm>
            <a:off x="2648359" y="1132417"/>
            <a:ext cx="4825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Taking</a:t>
            </a:r>
            <a:r>
              <a:rPr lang="de-DE" sz="2400" dirty="0"/>
              <a:t> Actions </a:t>
            </a:r>
            <a:r>
              <a:rPr lang="de-DE" sz="2400" dirty="0" err="1"/>
              <a:t>according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his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C22EB41-116C-4706-839B-2640E3B974D6}"/>
              </a:ext>
            </a:extLst>
          </p:cNvPr>
          <p:cNvSpPr txBox="1"/>
          <p:nvPr/>
        </p:nvSpPr>
        <p:spPr>
          <a:xfrm>
            <a:off x="3528545" y="4454691"/>
            <a:ext cx="394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Rewards</a:t>
            </a:r>
            <a:r>
              <a:rPr lang="de-DE" sz="2400" dirty="0"/>
              <a:t> (</a:t>
            </a:r>
            <a:r>
              <a:rPr lang="de-DE" sz="2400" dirty="0" err="1"/>
              <a:t>Cost</a:t>
            </a:r>
            <a:r>
              <a:rPr lang="de-DE" sz="2400" dirty="0"/>
              <a:t>, Utility) 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3933222-64BC-4DED-9E5B-769445C45039}"/>
              </a:ext>
            </a:extLst>
          </p:cNvPr>
          <p:cNvSpPr txBox="1"/>
          <p:nvPr/>
        </p:nvSpPr>
        <p:spPr>
          <a:xfrm>
            <a:off x="3528545" y="3993025"/>
            <a:ext cx="394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States </a:t>
            </a:r>
            <a:r>
              <a:rPr lang="de-DE" sz="2400" dirty="0" err="1"/>
              <a:t>or</a:t>
            </a:r>
            <a:r>
              <a:rPr lang="de-DE" sz="2400" dirty="0"/>
              <a:t> </a:t>
            </a:r>
            <a:r>
              <a:rPr lang="de-DE" sz="2400" dirty="0" err="1"/>
              <a:t>Observations</a:t>
            </a:r>
            <a:endParaRPr lang="de-DE" sz="2400" dirty="0"/>
          </a:p>
        </p:txBody>
      </p:sp>
      <p:pic>
        <p:nvPicPr>
          <p:cNvPr id="24" name="Grafik 23" descr="Kopf mit Zahnrädern">
            <a:extLst>
              <a:ext uri="{FF2B5EF4-FFF2-40B4-BE49-F238E27FC236}">
                <a16:creationId xmlns:a16="http://schemas.microsoft.com/office/drawing/2014/main" id="{D8C6C6C7-E387-4F22-A21E-D796A2947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4285" y="2153869"/>
            <a:ext cx="1119573" cy="111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73ED7CB-5194-4D5E-8E56-405027CE3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241" y="1896035"/>
            <a:ext cx="3189216" cy="1793934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ECE4D8DB-4792-4227-BC29-255F882B1849}"/>
              </a:ext>
            </a:extLst>
          </p:cNvPr>
          <p:cNvCxnSpPr>
            <a:cxnSpLocks/>
            <a:stCxn id="24" idx="0"/>
            <a:endCxn id="7" idx="0"/>
          </p:cNvCxnSpPr>
          <p:nvPr/>
        </p:nvCxnSpPr>
        <p:spPr>
          <a:xfrm rot="5400000" flipH="1" flipV="1">
            <a:off x="4724543" y="-304436"/>
            <a:ext cx="257834" cy="4658777"/>
          </a:xfrm>
          <a:prstGeom prst="curvedConnector3">
            <a:avLst>
              <a:gd name="adj1" fmla="val 1886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59BF610B-1E2F-4494-89B5-1F475FAAEF93}"/>
              </a:ext>
            </a:extLst>
          </p:cNvPr>
          <p:cNvCxnSpPr>
            <a:cxnSpLocks/>
            <a:stCxn id="7" idx="2"/>
            <a:endCxn id="24" idx="2"/>
          </p:cNvCxnSpPr>
          <p:nvPr/>
        </p:nvCxnSpPr>
        <p:spPr>
          <a:xfrm rot="5400000" flipH="1">
            <a:off x="4645197" y="1152318"/>
            <a:ext cx="416527" cy="4658777"/>
          </a:xfrm>
          <a:prstGeom prst="curvedConnector3">
            <a:avLst>
              <a:gd name="adj1" fmla="val -548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4DC7DD3E-B8EC-4981-9595-BDF70E409E55}"/>
              </a:ext>
            </a:extLst>
          </p:cNvPr>
          <p:cNvSpPr txBox="1"/>
          <p:nvPr/>
        </p:nvSpPr>
        <p:spPr>
          <a:xfrm>
            <a:off x="1062950" y="2447890"/>
            <a:ext cx="1129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Agent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AA7272-5272-4749-809C-C9F9569C8DE8}"/>
              </a:ext>
            </a:extLst>
          </p:cNvPr>
          <p:cNvSpPr txBox="1"/>
          <p:nvPr/>
        </p:nvSpPr>
        <p:spPr>
          <a:xfrm>
            <a:off x="8777457" y="2201670"/>
            <a:ext cx="2969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Environment:</a:t>
            </a:r>
          </a:p>
          <a:p>
            <a:r>
              <a:rPr lang="de-DE" sz="2400" dirty="0"/>
              <a:t>Bridge in </a:t>
            </a:r>
            <a:r>
              <a:rPr lang="de-DE" sz="2400" dirty="0" err="1"/>
              <a:t>operation</a:t>
            </a:r>
            <a:endParaRPr lang="de-DE" sz="2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0A93637-EE37-4A9A-A5EE-00FE89773F5C}"/>
              </a:ext>
            </a:extLst>
          </p:cNvPr>
          <p:cNvSpPr txBox="1"/>
          <p:nvPr/>
        </p:nvSpPr>
        <p:spPr>
          <a:xfrm>
            <a:off x="2648359" y="1132417"/>
            <a:ext cx="4825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Taking</a:t>
            </a:r>
            <a:r>
              <a:rPr lang="de-DE" sz="2400" dirty="0"/>
              <a:t> Actions </a:t>
            </a:r>
            <a:r>
              <a:rPr lang="de-DE" sz="2400" dirty="0" err="1"/>
              <a:t>according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his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C22EB41-116C-4706-839B-2640E3B974D6}"/>
              </a:ext>
            </a:extLst>
          </p:cNvPr>
          <p:cNvSpPr txBox="1"/>
          <p:nvPr/>
        </p:nvSpPr>
        <p:spPr>
          <a:xfrm>
            <a:off x="3528545" y="4454691"/>
            <a:ext cx="394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Rewards</a:t>
            </a:r>
            <a:r>
              <a:rPr lang="de-DE" sz="2400" dirty="0"/>
              <a:t> (</a:t>
            </a:r>
            <a:r>
              <a:rPr lang="de-DE" sz="2400" dirty="0" err="1"/>
              <a:t>Cost</a:t>
            </a:r>
            <a:r>
              <a:rPr lang="de-DE" sz="2400" dirty="0"/>
              <a:t>, Utility) 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3933222-64BC-4DED-9E5B-769445C45039}"/>
              </a:ext>
            </a:extLst>
          </p:cNvPr>
          <p:cNvSpPr txBox="1"/>
          <p:nvPr/>
        </p:nvSpPr>
        <p:spPr>
          <a:xfrm>
            <a:off x="3528545" y="3993025"/>
            <a:ext cx="394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States </a:t>
            </a:r>
            <a:r>
              <a:rPr lang="de-DE" sz="2400" dirty="0" err="1"/>
              <a:t>or</a:t>
            </a:r>
            <a:r>
              <a:rPr lang="de-DE" sz="2400" dirty="0"/>
              <a:t> </a:t>
            </a:r>
            <a:r>
              <a:rPr lang="de-DE" sz="2400" dirty="0" err="1"/>
              <a:t>Observations</a:t>
            </a:r>
            <a:endParaRPr lang="de-DE" sz="2400" dirty="0"/>
          </a:p>
        </p:txBody>
      </p:sp>
      <p:pic>
        <p:nvPicPr>
          <p:cNvPr id="24" name="Grafik 23" descr="Kopf mit Zahnrädern">
            <a:extLst>
              <a:ext uri="{FF2B5EF4-FFF2-40B4-BE49-F238E27FC236}">
                <a16:creationId xmlns:a16="http://schemas.microsoft.com/office/drawing/2014/main" id="{D8C6C6C7-E387-4F22-A21E-D796A2947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4285" y="2153869"/>
            <a:ext cx="1119573" cy="111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21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73ED7CB-5194-4D5E-8E56-405027CE3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241" y="1896035"/>
            <a:ext cx="3189216" cy="1793934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ECE4D8DB-4792-4227-BC29-255F882B1849}"/>
              </a:ext>
            </a:extLst>
          </p:cNvPr>
          <p:cNvCxnSpPr>
            <a:cxnSpLocks/>
            <a:stCxn id="24" idx="0"/>
            <a:endCxn id="7" idx="0"/>
          </p:cNvCxnSpPr>
          <p:nvPr/>
        </p:nvCxnSpPr>
        <p:spPr>
          <a:xfrm rot="5400000" flipH="1" flipV="1">
            <a:off x="4724543" y="-304436"/>
            <a:ext cx="257834" cy="4658777"/>
          </a:xfrm>
          <a:prstGeom prst="curvedConnector3">
            <a:avLst>
              <a:gd name="adj1" fmla="val 1886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59BF610B-1E2F-4494-89B5-1F475FAAEF93}"/>
              </a:ext>
            </a:extLst>
          </p:cNvPr>
          <p:cNvCxnSpPr>
            <a:cxnSpLocks/>
            <a:stCxn id="7" idx="2"/>
            <a:endCxn id="24" idx="2"/>
          </p:cNvCxnSpPr>
          <p:nvPr/>
        </p:nvCxnSpPr>
        <p:spPr>
          <a:xfrm rot="5400000" flipH="1">
            <a:off x="4645197" y="1152318"/>
            <a:ext cx="416527" cy="4658777"/>
          </a:xfrm>
          <a:prstGeom prst="curvedConnector3">
            <a:avLst>
              <a:gd name="adj1" fmla="val -548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4DC7DD3E-B8EC-4981-9595-BDF70E409E55}"/>
              </a:ext>
            </a:extLst>
          </p:cNvPr>
          <p:cNvSpPr txBox="1"/>
          <p:nvPr/>
        </p:nvSpPr>
        <p:spPr>
          <a:xfrm>
            <a:off x="1062950" y="2447890"/>
            <a:ext cx="1129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Agent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AA7272-5272-4749-809C-C9F9569C8DE8}"/>
              </a:ext>
            </a:extLst>
          </p:cNvPr>
          <p:cNvSpPr txBox="1"/>
          <p:nvPr/>
        </p:nvSpPr>
        <p:spPr>
          <a:xfrm>
            <a:off x="8777457" y="2201670"/>
            <a:ext cx="2969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Environment:</a:t>
            </a:r>
          </a:p>
          <a:p>
            <a:r>
              <a:rPr lang="de-DE" sz="2400" dirty="0"/>
              <a:t>Bridge in </a:t>
            </a:r>
            <a:r>
              <a:rPr lang="de-DE" sz="2400" dirty="0" err="1"/>
              <a:t>operation</a:t>
            </a:r>
            <a:endParaRPr lang="de-DE" sz="2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0A93637-EE37-4A9A-A5EE-00FE89773F5C}"/>
              </a:ext>
            </a:extLst>
          </p:cNvPr>
          <p:cNvSpPr txBox="1"/>
          <p:nvPr/>
        </p:nvSpPr>
        <p:spPr>
          <a:xfrm>
            <a:off x="2648359" y="1132417"/>
            <a:ext cx="4825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Taking</a:t>
            </a:r>
            <a:r>
              <a:rPr lang="de-DE" sz="2400" dirty="0"/>
              <a:t> Actions </a:t>
            </a:r>
            <a:r>
              <a:rPr lang="de-DE" sz="2400" dirty="0" err="1"/>
              <a:t>according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his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C22EB41-116C-4706-839B-2640E3B974D6}"/>
              </a:ext>
            </a:extLst>
          </p:cNvPr>
          <p:cNvSpPr txBox="1"/>
          <p:nvPr/>
        </p:nvSpPr>
        <p:spPr>
          <a:xfrm>
            <a:off x="3528545" y="4454691"/>
            <a:ext cx="394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Rewards</a:t>
            </a:r>
            <a:r>
              <a:rPr lang="de-DE" sz="2400" dirty="0"/>
              <a:t> (</a:t>
            </a:r>
            <a:r>
              <a:rPr lang="de-DE" sz="2400" dirty="0" err="1"/>
              <a:t>Cost</a:t>
            </a:r>
            <a:r>
              <a:rPr lang="de-DE" sz="2400" dirty="0"/>
              <a:t>, Utility) 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3933222-64BC-4DED-9E5B-769445C45039}"/>
              </a:ext>
            </a:extLst>
          </p:cNvPr>
          <p:cNvSpPr txBox="1"/>
          <p:nvPr/>
        </p:nvSpPr>
        <p:spPr>
          <a:xfrm>
            <a:off x="3528545" y="3993025"/>
            <a:ext cx="394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States </a:t>
            </a:r>
            <a:r>
              <a:rPr lang="de-DE" sz="2400" dirty="0" err="1"/>
              <a:t>or</a:t>
            </a:r>
            <a:r>
              <a:rPr lang="de-DE" sz="2400" dirty="0"/>
              <a:t> </a:t>
            </a:r>
            <a:r>
              <a:rPr lang="de-DE" sz="2400" dirty="0" err="1"/>
              <a:t>Observations</a:t>
            </a:r>
            <a:endParaRPr lang="de-DE" sz="2400" dirty="0"/>
          </a:p>
        </p:txBody>
      </p:sp>
      <p:pic>
        <p:nvPicPr>
          <p:cNvPr id="24" name="Grafik 23" descr="Kopf mit Zahnrädern">
            <a:extLst>
              <a:ext uri="{FF2B5EF4-FFF2-40B4-BE49-F238E27FC236}">
                <a16:creationId xmlns:a16="http://schemas.microsoft.com/office/drawing/2014/main" id="{D8C6C6C7-E387-4F22-A21E-D796A2947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4285" y="2153869"/>
            <a:ext cx="1119573" cy="111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0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773ED7CB-5194-4D5E-8E56-405027CE3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241" y="1896035"/>
            <a:ext cx="3189216" cy="1793934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  <p:cxnSp>
        <p:nvCxnSpPr>
          <p:cNvPr id="9" name="Verbinder: gekrümmt 8">
            <a:extLst>
              <a:ext uri="{FF2B5EF4-FFF2-40B4-BE49-F238E27FC236}">
                <a16:creationId xmlns:a16="http://schemas.microsoft.com/office/drawing/2014/main" id="{ECE4D8DB-4792-4227-BC29-255F882B1849}"/>
              </a:ext>
            </a:extLst>
          </p:cNvPr>
          <p:cNvCxnSpPr>
            <a:cxnSpLocks/>
            <a:stCxn id="24" idx="0"/>
            <a:endCxn id="7" idx="0"/>
          </p:cNvCxnSpPr>
          <p:nvPr/>
        </p:nvCxnSpPr>
        <p:spPr>
          <a:xfrm rot="5400000" flipH="1" flipV="1">
            <a:off x="4724543" y="-304436"/>
            <a:ext cx="257834" cy="4658777"/>
          </a:xfrm>
          <a:prstGeom prst="curvedConnector3">
            <a:avLst>
              <a:gd name="adj1" fmla="val 18866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59BF610B-1E2F-4494-89B5-1F475FAAEF93}"/>
              </a:ext>
            </a:extLst>
          </p:cNvPr>
          <p:cNvCxnSpPr>
            <a:cxnSpLocks/>
            <a:stCxn id="7" idx="2"/>
            <a:endCxn id="24" idx="2"/>
          </p:cNvCxnSpPr>
          <p:nvPr/>
        </p:nvCxnSpPr>
        <p:spPr>
          <a:xfrm rot="5400000" flipH="1">
            <a:off x="4645197" y="1152318"/>
            <a:ext cx="416527" cy="4658777"/>
          </a:xfrm>
          <a:prstGeom prst="curvedConnector3">
            <a:avLst>
              <a:gd name="adj1" fmla="val -548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4DC7DD3E-B8EC-4981-9595-BDF70E409E55}"/>
              </a:ext>
            </a:extLst>
          </p:cNvPr>
          <p:cNvSpPr txBox="1"/>
          <p:nvPr/>
        </p:nvSpPr>
        <p:spPr>
          <a:xfrm>
            <a:off x="1062950" y="2447890"/>
            <a:ext cx="1129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Agent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AA7272-5272-4749-809C-C9F9569C8DE8}"/>
              </a:ext>
            </a:extLst>
          </p:cNvPr>
          <p:cNvSpPr txBox="1"/>
          <p:nvPr/>
        </p:nvSpPr>
        <p:spPr>
          <a:xfrm>
            <a:off x="8777457" y="2201670"/>
            <a:ext cx="2969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Environment:</a:t>
            </a:r>
          </a:p>
          <a:p>
            <a:r>
              <a:rPr lang="de-DE" sz="2400" dirty="0"/>
              <a:t>Bridge in </a:t>
            </a:r>
            <a:r>
              <a:rPr lang="de-DE" sz="2400" dirty="0" err="1"/>
              <a:t>operation</a:t>
            </a:r>
            <a:endParaRPr lang="de-DE" sz="2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0A93637-EE37-4A9A-A5EE-00FE89773F5C}"/>
              </a:ext>
            </a:extLst>
          </p:cNvPr>
          <p:cNvSpPr txBox="1"/>
          <p:nvPr/>
        </p:nvSpPr>
        <p:spPr>
          <a:xfrm>
            <a:off x="2648359" y="1132417"/>
            <a:ext cx="4825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Taking</a:t>
            </a:r>
            <a:r>
              <a:rPr lang="de-DE" sz="2400" dirty="0"/>
              <a:t> Actions </a:t>
            </a:r>
            <a:r>
              <a:rPr lang="de-DE" sz="2400" dirty="0" err="1"/>
              <a:t>according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his</a:t>
            </a:r>
            <a:r>
              <a:rPr lang="de-DE" sz="2400" dirty="0"/>
              <a:t> </a:t>
            </a:r>
            <a:r>
              <a:rPr lang="de-DE" sz="2400" dirty="0" err="1"/>
              <a:t>policy</a:t>
            </a:r>
            <a:r>
              <a:rPr lang="de-DE" sz="2400" dirty="0"/>
              <a:t> 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C22EB41-116C-4706-839B-2640E3B974D6}"/>
              </a:ext>
            </a:extLst>
          </p:cNvPr>
          <p:cNvSpPr txBox="1"/>
          <p:nvPr/>
        </p:nvSpPr>
        <p:spPr>
          <a:xfrm>
            <a:off x="3528545" y="4454691"/>
            <a:ext cx="394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Rewards</a:t>
            </a:r>
            <a:r>
              <a:rPr lang="de-DE" sz="2400" dirty="0"/>
              <a:t> (</a:t>
            </a:r>
            <a:r>
              <a:rPr lang="de-DE" sz="2400" dirty="0" err="1"/>
              <a:t>Cost</a:t>
            </a:r>
            <a:r>
              <a:rPr lang="de-DE" sz="2400" dirty="0"/>
              <a:t>, Utility) 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3933222-64BC-4DED-9E5B-769445C45039}"/>
              </a:ext>
            </a:extLst>
          </p:cNvPr>
          <p:cNvSpPr txBox="1"/>
          <p:nvPr/>
        </p:nvSpPr>
        <p:spPr>
          <a:xfrm>
            <a:off x="3528545" y="3993025"/>
            <a:ext cx="3945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States </a:t>
            </a:r>
            <a:r>
              <a:rPr lang="de-DE" sz="2400" dirty="0" err="1"/>
              <a:t>or</a:t>
            </a:r>
            <a:r>
              <a:rPr lang="de-DE" sz="2400" dirty="0"/>
              <a:t> </a:t>
            </a:r>
            <a:r>
              <a:rPr lang="de-DE" sz="2400" dirty="0" err="1"/>
              <a:t>Observations</a:t>
            </a:r>
            <a:endParaRPr lang="de-DE" sz="2400" dirty="0"/>
          </a:p>
        </p:txBody>
      </p:sp>
      <p:pic>
        <p:nvPicPr>
          <p:cNvPr id="24" name="Grafik 23" descr="Kopf mit Zahnrädern">
            <a:extLst>
              <a:ext uri="{FF2B5EF4-FFF2-40B4-BE49-F238E27FC236}">
                <a16:creationId xmlns:a16="http://schemas.microsoft.com/office/drawing/2014/main" id="{D8C6C6C7-E387-4F22-A21E-D796A2947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4285" y="2153869"/>
            <a:ext cx="1119573" cy="111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11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Breitbild</PresentationFormat>
  <Paragraphs>24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Wanchang Zhang</dc:creator>
  <cp:lastModifiedBy>Wanchang Zhang</cp:lastModifiedBy>
  <cp:revision>5</cp:revision>
  <dcterms:created xsi:type="dcterms:W3CDTF">2024-09-23T09:15:04Z</dcterms:created>
  <dcterms:modified xsi:type="dcterms:W3CDTF">2024-09-23T13:24:03Z</dcterms:modified>
</cp:coreProperties>
</file>